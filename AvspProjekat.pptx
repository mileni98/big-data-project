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59" r:id="rId4"/>
    <p:sldId id="267" r:id="rId5"/>
    <p:sldId id="257" r:id="rId6"/>
    <p:sldId id="264" r:id="rId7"/>
    <p:sldId id="261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4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26-Nov-22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750" y="1163731"/>
            <a:ext cx="12020550" cy="2971051"/>
          </a:xfrm>
        </p:spPr>
        <p:txBody>
          <a:bodyPr/>
          <a:lstStyle/>
          <a:p>
            <a:r>
              <a:rPr lang="en-US" sz="5000" dirty="0" smtClean="0"/>
              <a:t>Analiza pojava zemljotresa u svetu</a:t>
            </a:r>
            <a:r>
              <a:rPr lang="sr-Latn-RS" dirty="0" smtClean="0"/>
              <a:t/>
            </a:r>
            <a:br>
              <a:rPr lang="sr-Latn-RS" dirty="0" smtClean="0"/>
            </a:br>
            <a:r>
              <a:rPr lang="en-US" sz="2300" dirty="0" smtClean="0"/>
              <a:t>Arhitektura Velikih Skupova Podataka</a:t>
            </a:r>
            <a:endParaRPr lang="en-US" sz="2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31622" y="5409182"/>
            <a:ext cx="10572000" cy="111995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sr-Latn-RS" dirty="0" smtClean="0"/>
              <a:t>Aleksa Milenović, </a:t>
            </a:r>
            <a:r>
              <a:rPr lang="en-US" dirty="0" smtClean="0"/>
              <a:t>E7</a:t>
            </a:r>
            <a:r>
              <a:rPr lang="sr-Latn-RS" dirty="0" smtClean="0"/>
              <a:t> </a:t>
            </a:r>
            <a:r>
              <a:rPr lang="en-US" dirty="0" smtClean="0"/>
              <a:t>2</a:t>
            </a:r>
            <a:r>
              <a:rPr lang="sr-Latn-RS" dirty="0" smtClean="0"/>
              <a:t>/20</a:t>
            </a:r>
            <a:r>
              <a:rPr lang="en-US" dirty="0" smtClean="0"/>
              <a:t>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24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Motivacija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0000" y="3018221"/>
            <a:ext cx="10161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Svakodnevno se zabelezi na 10tine manjih zemljotresa. Iako dosta redji veci zemljotresi jesu ucestala razarajuca pojava.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smtClean="0"/>
              <a:t>Da li je moguce predvideti mesto I vreme novog zemljotresa kako bi ljudi na vreme bili upozoreni?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smtClean="0"/>
              <a:t>Da li geografska lokacija utice na jacinu I ucestalost ove pojave?</a:t>
            </a:r>
            <a:endParaRPr lang="sr-Latn-RS" i="1" dirty="0" smtClean="0"/>
          </a:p>
        </p:txBody>
      </p:sp>
    </p:spTree>
    <p:extLst>
      <p:ext uri="{BB962C8B-B14F-4D97-AF65-F5344CB8AC3E}">
        <p14:creationId xmlns:p14="http://schemas.microsoft.com/office/powerpoint/2010/main" val="243298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Zemljotresi – skupovi podataka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0000" y="2379593"/>
            <a:ext cx="101618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Istorijski </a:t>
            </a:r>
            <a:r>
              <a:rPr lang="en-US" sz="2000" b="1" dirty="0" smtClean="0"/>
              <a:t>skup -  </a:t>
            </a:r>
            <a:r>
              <a:rPr lang="en-US" sz="2000" dirty="0" smtClean="0"/>
              <a:t>podataka je struktuiran u okviru jednog .csv fajla. Sadrzi 1,048,576 uzoraka, I 23 obelezja. Ukupna velicina dataseta je 637 MB. Obuhvata informacije o  svim zabelezenim zemljotresima u svetu u periodu od 1970 do 2019 godine.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i="1" dirty="0" smtClean="0"/>
              <a:t>https</a:t>
            </a:r>
            <a:r>
              <a:rPr lang="sr-Latn-RS" i="1" dirty="0"/>
              <a:t>://www.kaggle.com/datasets/danielpe/earthquakes?resource=download</a:t>
            </a:r>
            <a:endParaRPr lang="sr-Latn-RS" i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10000" y="4146661"/>
            <a:ext cx="101618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Podaci iz </a:t>
            </a:r>
            <a:r>
              <a:rPr lang="en-US" sz="2000" b="1" dirty="0" smtClean="0"/>
              <a:t>realnog </a:t>
            </a:r>
            <a:r>
              <a:rPr lang="en-US" sz="2000" b="1" dirty="0" smtClean="0"/>
              <a:t>vremena - </a:t>
            </a:r>
            <a:r>
              <a:rPr lang="en-US" sz="2000" dirty="0" smtClean="0"/>
              <a:t>uzeti su sa sajta </a:t>
            </a:r>
            <a:r>
              <a:rPr lang="en-US" sz="2000" dirty="0" smtClean="0"/>
              <a:t>USGS </a:t>
            </a:r>
            <a:r>
              <a:rPr lang="en-US" sz="2000" i="1" dirty="0" smtClean="0"/>
              <a:t>(United States Geological Survey),</a:t>
            </a:r>
            <a:r>
              <a:rPr lang="en-US" sz="2000" dirty="0" smtClean="0"/>
              <a:t> </a:t>
            </a:r>
            <a:r>
              <a:rPr lang="en-US" sz="2000" dirty="0" smtClean="0"/>
              <a:t>gde se beleze zemljotresi u realnom vremenu. Podaci su dati u GeoJSON format, pri cemu se oni resetuju na dnevnom nivou.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i="1" dirty="0" smtClean="0"/>
              <a:t>https</a:t>
            </a:r>
            <a:r>
              <a:rPr lang="sr-Latn-RS" i="1" dirty="0"/>
              <a:t>://earthquake.usgs.gov/earthquakes/map/?extent=-84.86578</a:t>
            </a:r>
            <a:r>
              <a:rPr lang="sr-Latn-RS" i="1" dirty="0" smtClean="0"/>
              <a:t>,-132.1875&amp;extent=80.357,92.10938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" y="5882951"/>
            <a:ext cx="1016181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Real time podaci </a:t>
            </a:r>
            <a:r>
              <a:rPr lang="en-US" sz="2000" dirty="0" smtClean="0"/>
              <a:t>se preuzimaju uz USGS Earthquake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i="1" dirty="0"/>
              <a:t>https://earthquake.usgs.gov/fdsnws/event/1/</a:t>
            </a:r>
            <a:endParaRPr lang="sr-Latn-RS" i="1" dirty="0" smtClean="0"/>
          </a:p>
        </p:txBody>
      </p:sp>
    </p:spTree>
    <p:extLst>
      <p:ext uri="{BB962C8B-B14F-4D97-AF65-F5344CB8AC3E}">
        <p14:creationId xmlns:p14="http://schemas.microsoft.com/office/powerpoint/2010/main" val="83549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Zemljotresi </a:t>
            </a:r>
            <a:r>
              <a:rPr lang="en-US" dirty="0" smtClean="0"/>
              <a:t>– pomocni </a:t>
            </a:r>
            <a:r>
              <a:rPr lang="en-US" dirty="0" smtClean="0"/>
              <a:t>skupovi podataka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0000" y="2510222"/>
            <a:ext cx="101618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Granice tektonskih ploca </a:t>
            </a:r>
            <a:r>
              <a:rPr lang="en-US" sz="2000" b="1" dirty="0" smtClean="0"/>
              <a:t>-  </a:t>
            </a:r>
            <a:r>
              <a:rPr lang="en-US" sz="2000" dirty="0" smtClean="0"/>
              <a:t>podataka je struktuiran u okviru jednog .csv fajla. </a:t>
            </a:r>
            <a:r>
              <a:rPr lang="en-US" sz="2000" dirty="0" smtClean="0"/>
              <a:t>Sadrzi 12,322 uzoraka</a:t>
            </a:r>
            <a:r>
              <a:rPr lang="en-US" sz="2000" dirty="0" smtClean="0"/>
              <a:t>, I </a:t>
            </a:r>
            <a:r>
              <a:rPr lang="en-US" sz="2000" dirty="0" smtClean="0"/>
              <a:t>3 </a:t>
            </a:r>
            <a:r>
              <a:rPr lang="en-US" sz="2000" dirty="0" smtClean="0"/>
              <a:t>obelezja. </a:t>
            </a:r>
            <a:r>
              <a:rPr lang="en-US" sz="2000" dirty="0" smtClean="0"/>
              <a:t>Gde je prvo naziv tektonske ploce, a preostala dva geografska sirina I visina (longitude, latitude). </a:t>
            </a:r>
            <a:r>
              <a:rPr lang="en-US" sz="2000" dirty="0" smtClean="0"/>
              <a:t>Ukupna </a:t>
            </a:r>
            <a:r>
              <a:rPr lang="en-US" sz="2000" dirty="0" smtClean="0"/>
              <a:t>velicina dataseta je </a:t>
            </a:r>
            <a:r>
              <a:rPr lang="en-US" sz="2000" dirty="0" smtClean="0"/>
              <a:t>237 KB.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i="1" dirty="0" smtClean="0"/>
              <a:t>https</a:t>
            </a:r>
            <a:r>
              <a:rPr lang="sr-Latn-RS" i="1" dirty="0"/>
              <a:t>://www.kaggle.com/datasets/cwthompson/tectonic-plate-boundaries</a:t>
            </a:r>
            <a:endParaRPr lang="sr-Latn-RS" i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10000" y="4277290"/>
            <a:ext cx="10161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Podaci </a:t>
            </a:r>
            <a:r>
              <a:rPr lang="en-US" sz="2000" b="1" dirty="0" smtClean="0"/>
              <a:t>tsunamijima</a:t>
            </a:r>
            <a:r>
              <a:rPr lang="en-US" sz="2000" dirty="0" smtClean="0"/>
              <a:t> </a:t>
            </a:r>
            <a:r>
              <a:rPr lang="en-US" sz="2000" b="1" dirty="0" smtClean="0"/>
              <a:t>- </a:t>
            </a:r>
            <a:r>
              <a:rPr lang="en-US" sz="2000" dirty="0"/>
              <a:t>podataka je struktuiran u okviru jednog .csv fajla. Sadrzi </a:t>
            </a:r>
            <a:r>
              <a:rPr lang="en-US" sz="2000" dirty="0" smtClean="0"/>
              <a:t>2,260 uzoraka</a:t>
            </a:r>
            <a:r>
              <a:rPr lang="en-US" sz="2000" dirty="0"/>
              <a:t>, I </a:t>
            </a:r>
            <a:r>
              <a:rPr lang="en-US" sz="2000" dirty="0" smtClean="0"/>
              <a:t>21 obelezje. Ukupna </a:t>
            </a:r>
            <a:r>
              <a:rPr lang="en-US" sz="2000" dirty="0"/>
              <a:t>velicina dataseta je </a:t>
            </a:r>
            <a:r>
              <a:rPr lang="en-US" sz="2000" dirty="0" smtClean="0"/>
              <a:t>2.4 MB. Obuhvata  sve tsunamije koji su se desilil izmedju 1900 -2020 godine. Pored tacnog vremena sadrzi jos I podatke o steti, mestu, broju zrtava.. Obuhvata I tsunamije koji nisu nastali kao posledica zemljotresa.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i="1" dirty="0" smtClean="0"/>
              <a:t>https</a:t>
            </a:r>
            <a:r>
              <a:rPr lang="sr-Latn-RS" i="1" dirty="0"/>
              <a:t>://www.kaggle.com/datasets/andrewmvd/tsunami-dataset</a:t>
            </a:r>
            <a:endParaRPr lang="sr-Latn-RS" i="1" dirty="0" smtClean="0"/>
          </a:p>
        </p:txBody>
      </p:sp>
    </p:spTree>
    <p:extLst>
      <p:ext uri="{BB962C8B-B14F-4D97-AF65-F5344CB8AC3E}">
        <p14:creationId xmlns:p14="http://schemas.microsoft.com/office/powerpoint/2010/main" val="39029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Semantika kolona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8935" y="2336003"/>
            <a:ext cx="587957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Time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vreme desavanja zemljotresa</a:t>
            </a: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Latitude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geografska sirina (-90,90) zemljotresa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Longitude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geografska duzina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(-90,90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zemljotresa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Depth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dubina hipocentra zemljotresa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Mag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magnitda (jacina) zemljotresa na Rihterovoj skali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MagType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algoritam koriscen da se izracuna jacina zemljotresa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Nst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broj seizmickih stanica koriscenih da se odredi lokacija zemljotresa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Gap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najveci razmak izmedju azimutalno susednih stanica u stepenima, pouzdanost racunanja horizontalnog polozaja zemljotresa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88505" y="2336003"/>
            <a:ext cx="5486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Dmin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horizontalna udaljenost epicentra od najblize stanice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Rms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razlika izmedju uocenog vremena I predvidjenog vremena za neku lokaciju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Net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id doprinosnika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podatka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, mreza koja je glavni izvor informacija za ovaj zemljotres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Id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identifikacioni string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zemljotresa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Updated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vreme azuriranja podataka o zemljotresu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Place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mesto zemljotresa (najblizi grad ili mesto)</a:t>
            </a:r>
            <a:endParaRPr lang="sr-Latn-R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Type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tip seizmickog dogadjaja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horizontalError –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greska u horizontalnoj lokaciji</a:t>
            </a:r>
            <a:endParaRPr lang="en-US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0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Semantika kolona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9410" y="2755707"/>
            <a:ext cx="58795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depthError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nesigurnost navedene dubine hipocentra u km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magError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nesigurnost u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zabelezenoj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jacini zemljotresa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magNst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ukupan broj seizmickih stanica pomocu kojih je izracunata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jacina zemljotresa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71560" y="2755707"/>
            <a:ext cx="58795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Status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oznacava da li su informacije o zemljotresu pregledane od strane coveka 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LocationSource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mreza koja je prvobitno prijavila lokaciju zemljotresa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magSource –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mreza koja je originalno dozvolila izvestavanje za ovaj zemljotres</a:t>
            </a:r>
            <a:endParaRPr lang="sr-Latn-R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9732" y="5972637"/>
            <a:ext cx="780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Izvor opisa obelezja iz baze - </a:t>
            </a:r>
            <a:r>
              <a:rPr lang="sr-Latn-RS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https</a:t>
            </a:r>
            <a:r>
              <a:rPr lang="sr-Latn-RS" i="1" dirty="0">
                <a:latin typeface="Calibri" panose="020F0502020204030204" pitchFamily="34" charset="0"/>
                <a:cs typeface="Calibri" panose="020F0502020204030204" pitchFamily="34" charset="0"/>
              </a:rPr>
              <a:t>://earthquake.usgs.gov/data/comcat/index.php</a:t>
            </a:r>
          </a:p>
        </p:txBody>
      </p:sp>
    </p:spTree>
    <p:extLst>
      <p:ext uri="{BB962C8B-B14F-4D97-AF65-F5344CB8AC3E}">
        <p14:creationId xmlns:p14="http://schemas.microsoft.com/office/powerpoint/2010/main" val="399223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501156"/>
            <a:ext cx="10571998" cy="970450"/>
          </a:xfrm>
        </p:spPr>
        <p:txBody>
          <a:bodyPr/>
          <a:lstStyle/>
          <a:p>
            <a:r>
              <a:rPr lang="en-US" dirty="0"/>
              <a:t>Predlozi </a:t>
            </a:r>
            <a:r>
              <a:rPr lang="en-US" dirty="0" smtClean="0"/>
              <a:t>agregacija</a:t>
            </a:r>
            <a:r>
              <a:rPr lang="sr-Latn-RS" dirty="0" smtClean="0"/>
              <a:t> (upiti)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0000" y="2277545"/>
            <a:ext cx="1057199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Da li godisnje doba utice na ucestalost pojave I jacinu zemljotresa?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Koliko je bilo ukupno istorijskih zemljotresa sa jacinom vecom od 8 na Rihterovoj skali, I u kjoj drzavi se to desavalo?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Koja je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najbezbednija, a koja najaktivnija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regija na planeti po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ucestalosti zemljotresa sa jacinom vecom od 5 na Rihterovoj Skali u krugu radijusa od 500km?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Koja je najmanja a koja najveca dubina na kojoj je zabelezen zemljotres u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20tom a koja u 21vom veku?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li broj seizmickih stanica pomocu kojih se prepoznaje zemljotres utice na gresku pri izracunavnaju dubine hipocentra zemljotresa?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Da li metoda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kojom se racuna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jacine zemljotresa utice na gresku nastalu pri merenju jacine?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U kom delu dana je najveca ucestalost zemljotresa po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svakoj od tektonskih ploca, kao I izmedju koje dve teksontke ploce je njiihova najveca ucestalost u period koji obuhvata baza?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Da li pojedine mreze koje prijavljuju zemljotres prave vece greske u podacima nego druge?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Koliko cesto se svake godine dogodi “sonic boom”, “quarry blast” I “explosion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”?</a:t>
            </a: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sr-Latn-R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sr-Latn-R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501156"/>
            <a:ext cx="10571998" cy="970450"/>
          </a:xfrm>
        </p:spPr>
        <p:txBody>
          <a:bodyPr/>
          <a:lstStyle/>
          <a:p>
            <a:r>
              <a:rPr lang="en-US" dirty="0"/>
              <a:t>Predlozi </a:t>
            </a:r>
            <a:r>
              <a:rPr lang="en-US" dirty="0" smtClean="0"/>
              <a:t>agregacija</a:t>
            </a:r>
            <a:r>
              <a:rPr lang="sr-Latn-RS" dirty="0" smtClean="0"/>
              <a:t> (upiti)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0000" y="2764572"/>
            <a:ext cx="1057199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10.  	Koliko je najvece rastojanje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od kopna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zemljotresa koji je nastao u okeanu a da je pritom nastao tsunami cija je steta bila veca od 25 miliona $?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11.   Koje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oblasti sa najvecom gustinom naseljenosti su u opasnosti od najvise zemljotresa?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12.   Da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li zemljotres slabije jacine nagovestava da ce u se u tom danu pojaviti I zemljotres vece jacine na istoj lokaciji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13.   Koji je najrazarajuci zemljotres po broju unistenih kuca, zrtava I novcane stete a da je nastao na bar 5000km udaljenosti od mesta spajanja dve tektonske ploce?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sr-Latn-R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sr-Latn-R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501156"/>
            <a:ext cx="10571998" cy="970450"/>
          </a:xfrm>
        </p:spPr>
        <p:txBody>
          <a:bodyPr/>
          <a:lstStyle/>
          <a:p>
            <a:r>
              <a:rPr lang="en-US" dirty="0"/>
              <a:t>Predlozi </a:t>
            </a:r>
            <a:r>
              <a:rPr lang="en-US" dirty="0" smtClean="0"/>
              <a:t>agregacija</a:t>
            </a:r>
            <a:r>
              <a:rPr lang="sr-Latn-RS" dirty="0" smtClean="0"/>
              <a:t> (upiti)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0000" y="2764572"/>
            <a:ext cx="105719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Rangirati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zemljotrese koji su se dogodili u poslednja 24h prema njihovoj jacini, kao I po ucestalosti sa kojom su se vec na tim mestima desavali u istoriji.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U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poslednjih 7 dana koja je najveca greska napravljena pri racunanju jacine zemljotresa?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Granica izmedju koje dve tektonske ploce je najaktivnija u poslednjih 30 dana?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Koja drzava je u poslednjih 7 dana imala zemljotres ciji je hipocentar bio na najvecoj dubini I koliko on iznosti?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Na osnovu istorijskih podataka proceniti da li zemljotres koji se desio u poslednja 24 sata izazvao tsunami I stetu vecu 1 miliona dolara?</a:t>
            </a:r>
          </a:p>
          <a:p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sr-Latn-R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sr-Latn-R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0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463</TotalTime>
  <Words>811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2</vt:lpstr>
      <vt:lpstr>Quotable</vt:lpstr>
      <vt:lpstr>Analiza pojava zemljotresa u svetu Arhitektura Velikih Skupova Podataka</vt:lpstr>
      <vt:lpstr>Motivacija </vt:lpstr>
      <vt:lpstr>Zemljotresi – skupovi podataka</vt:lpstr>
      <vt:lpstr>Zemljotresi – pomocni skupovi podataka</vt:lpstr>
      <vt:lpstr>Semantika kolona</vt:lpstr>
      <vt:lpstr>Semantika kolona</vt:lpstr>
      <vt:lpstr>Predlozi agregacija (upiti)</vt:lpstr>
      <vt:lpstr>Predlozi agregacija (upiti)</vt:lpstr>
      <vt:lpstr>Predlozi agregacija (upiti)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Korisnik</dc:creator>
  <cp:lastModifiedBy>Korisnik</cp:lastModifiedBy>
  <cp:revision>99</cp:revision>
  <dcterms:created xsi:type="dcterms:W3CDTF">2021-05-27T09:39:46Z</dcterms:created>
  <dcterms:modified xsi:type="dcterms:W3CDTF">2022-11-26T08:36:19Z</dcterms:modified>
</cp:coreProperties>
</file>